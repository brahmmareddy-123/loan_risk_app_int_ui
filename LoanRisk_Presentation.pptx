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914400"/>
            <a:ext cx="2743200" cy="2743200"/>
          </a:xfrm>
          <a:prstGeom prst="ellipse">
            <a:avLst/>
          </a:prstGeom>
          <a:solidFill>
            <a:srgbClr val="0D6EFD">
              <a:alpha val="15000"/>
            </a:srgbClr>
          </a:solidFill>
          <a:ln w="12700">
            <a:solidFill>
              <a:srgbClr val="0D6EFD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2336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💳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Risk Prediction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Credit Risk Assessment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329184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29184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329184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+ Vercel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Project  |  Brahma Reddy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manually review thousands of loan applications — slow, inconsistent, and error-prone.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AI system that instantly predicts loan risk — Low, Medium, or High — for any applicant.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web app using Random Forest ML model + FastAPI backend + React frontend.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frameworks used in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🐼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20116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NumPy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3774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0116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41732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20116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3774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31089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1460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606040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06040" y="4069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Deploy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▲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754880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4069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Deploy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12280" y="31089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12280" y="3200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🐙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903720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4069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Dataset — 5,000 loan applicant records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Dataset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 (18–69)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258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Annual Income ($)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5968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Loan Amount ($)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9352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Score (300–849)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273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 Experience (0–39 yrs)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Gender / Education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9502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Employment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2885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Loan Approved (Target)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Preprocessing Steps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965960"/>
            <a:ext cx="274320" cy="27432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1938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null/missing rows (dropna)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274320" cy="27432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487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negative Income &amp; Loan values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274320" cy="27432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30358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Encoded: Gender, Education, Employment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274320" cy="27432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584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Train-Test Split (random_state=42)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4160520"/>
            <a:ext cx="274320" cy="27432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41330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class_weight='balanced' for imbalance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572000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5,000 records     |     Approved: 1,151 (23%)     |     Rejected: 3,849 (77%)     |     Model Accuracy: 87%+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full-stack architecture with independent deployment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ml_model/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train_model.py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278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RandomForest Classifier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LabelEncoders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1056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model.pkl saved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3063240"/>
            <a:ext cx="2743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788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FastAPI + Uvicorn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2278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/predict endpoint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6667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scoring logic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41056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Deployed on Render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3063240"/>
            <a:ext cx="2743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7920" y="1371600"/>
            <a:ext cx="2651760" cy="338328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⚛️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788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+ Vite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2278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 form + result card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36667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 history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41056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Deployed on Vercel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scoring (0–100) combining ML output with domain logic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490472"/>
            <a:ext cx="4572000" cy="237744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1490472"/>
            <a:ext cx="4572000" cy="237744"/>
          </a:xfrm>
          <a:prstGeom prst="roundRect">
            <a:avLst>
              <a:gd name="adj" fmla="val 1923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4173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842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057400"/>
            <a:ext cx="4572000" cy="237744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2057400"/>
            <a:ext cx="2612571" cy="237744"/>
          </a:xfrm>
          <a:prstGeom prst="roundRect">
            <a:avLst>
              <a:gd name="adj" fmla="val 1923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98424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55117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Loan-to-Income Ratio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2624328"/>
            <a:ext cx="4572000" cy="237744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624328"/>
            <a:ext cx="2612571" cy="237744"/>
          </a:xfrm>
          <a:prstGeom prst="roundRect">
            <a:avLst>
              <a:gd name="adj" fmla="val 19231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255117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1181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Experience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17520" y="3191256"/>
            <a:ext cx="4572000" cy="237744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3191256"/>
            <a:ext cx="1959429" cy="237744"/>
          </a:xfrm>
          <a:prstGeom prst="roundRect">
            <a:avLst>
              <a:gd name="adj" fmla="val 1923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11810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6850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Level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3758184"/>
            <a:ext cx="4572000" cy="237744"/>
          </a:xfrm>
          <a:prstGeom prst="roundRect">
            <a:avLst>
              <a:gd name="adj" fmla="val 19231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3758184"/>
            <a:ext cx="1306286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36850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34340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052E1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343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&gt;= 60  →  Low Risk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0" y="434340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1C100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343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35–59  →  Medium Risk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434340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2D0A0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4343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&lt; 35  →  High Risk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Vercel — accessible from any device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536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Income, Loan Amount, Credit Score slider, Employment toggle buttons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536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19202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Low / Medium / High Risk with approval probability percentage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291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33192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703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breakdown of what factors are affecting the applicant's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291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3192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Tab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77840" y="3703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all past predictions in a sortable table with full details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64008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https://loan-risk-app-int-ui.vercel.app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component deployed independently on cloud platforms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97480" cy="2926080"/>
          </a:xfrm>
          <a:prstGeom prst="roundRect">
            <a:avLst>
              <a:gd name="adj" fmla="val 5085"/>
            </a:avLst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🐙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33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github.com/brahmmareddy-123/loan_risk_app_int_UI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97480" cy="2926080"/>
          </a:xfrm>
          <a:prstGeom prst="roundRect">
            <a:avLst>
              <a:gd name="adj" fmla="val 5085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4630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633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3063240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loan-risk-app-backend-main.onrender.com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697480" cy="2926080"/>
          </a:xfrm>
          <a:prstGeom prst="roundRect">
            <a:avLst>
              <a:gd name="adj" fmla="val 5085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4630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▲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6334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063240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loan-risk-app-int-ui.vercel.app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832104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805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Auto-deploy on every GitHub push — Render rebuilds backend, Vercel rebuilds frontend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Learnings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8321040" cy="512064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RandomForest ML model on real-world Kaggle dataset with 87%+ accuracy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92224"/>
            <a:ext cx="8321040" cy="512064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92224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792224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production-ready REST API with FastAPI — complete with CORS and 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8321040" cy="512064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9572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95728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professional dark-themed React UI with animated result cards and history tab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8321040" cy="512064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99232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999232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full-stack app on cloud (Render + Vercel) with GitHub CI/CD pipeline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8321040" cy="512064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602736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602736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project into 3 independent folders — ml_model, backend, frontend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8321040" cy="512064"/>
          </a:xfrm>
          <a:prstGeom prst="roundRect">
            <a:avLst>
              <a:gd name="adj" fmla="val 17857"/>
            </a:avLst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20624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4206240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rule-based risk scoring system for accurate Low / Medium / High classification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4709160"/>
            <a:ext cx="6400800" cy="320040"/>
          </a:xfrm>
          <a:prstGeom prst="roundRect">
            <a:avLst>
              <a:gd name="adj" fmla="val 22857"/>
            </a:avLst>
          </a:prstGeom>
          <a:solidFill>
            <a:srgbClr val="052E1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Live: https://loan-risk-app-int-ui.vercel.app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Risk Prediction System</dc:title>
  <dc:subject>PptxGenJS Presentation</dc:subject>
  <dc:creator>PptxGenJS</dc:creator>
  <cp:lastModifiedBy>PptxGenJS</cp:lastModifiedBy>
  <cp:revision>1</cp:revision>
  <dcterms:created xsi:type="dcterms:W3CDTF">2026-06-21T04:14:26Z</dcterms:created>
  <dcterms:modified xsi:type="dcterms:W3CDTF">2026-06-21T04:14:26Z</dcterms:modified>
</cp:coreProperties>
</file>